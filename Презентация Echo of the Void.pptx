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Century Gothic" panose="020B0502020202020204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hXtGekBOfo+nR5uAxb1y/bHQM5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36836af5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a36836af5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f002684f3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1f002684f3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f002684f3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1f002684f3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9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" name="Google Shape;20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2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2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6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27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анорамная фотография с подписью">
  <p:cSld name="Панорамная фотография с подписью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8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8" name="Google Shape;78;p28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 с подписью">
  <p:cSld name="Цитата с подписью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9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29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9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29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87" name="Google Shape;87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Карточка имени">
  <p:cSld name="Карточка имени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0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30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94" name="Google Shape;94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3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1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101" name="Google Shape;101;p3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2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32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2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108" name="Google Shape;108;p3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" name="Google Shape;9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dyanochechka/Echo-of-the-Void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"/>
          <p:cNvSpPr txBox="1">
            <a:spLocks noGrp="1"/>
          </p:cNvSpPr>
          <p:nvPr>
            <p:ph type="ctrTitle"/>
          </p:nvPr>
        </p:nvSpPr>
        <p:spPr>
          <a:xfrm>
            <a:off x="810001" y="142086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ru-RU" b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Игра </a:t>
            </a:r>
            <a:r>
              <a:rPr lang="en-US" b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‘Echo of the Void’</a:t>
            </a:r>
            <a:endParaRPr dirty="0"/>
          </a:p>
        </p:txBody>
      </p:sp>
      <p:sp>
        <p:nvSpPr>
          <p:cNvPr id="116" name="Google Shape;116;p1"/>
          <p:cNvSpPr txBox="1"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14823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ru-RU" dirty="0"/>
              <a:t>Выполнили: </a:t>
            </a:r>
            <a:endParaRPr dirty="0"/>
          </a:p>
          <a:p>
            <a:pPr marL="0" lvl="0" indent="0" algn="r" rtl="0">
              <a:spcBef>
                <a:spcPts val="933"/>
              </a:spcBef>
              <a:spcAft>
                <a:spcPts val="0"/>
              </a:spcAft>
              <a:buSzPct val="100000"/>
              <a:buNone/>
            </a:pPr>
            <a:r>
              <a:rPr lang="ru-RU" dirty="0"/>
              <a:t>Акиндинов Алексей Алексеевич</a:t>
            </a:r>
          </a:p>
          <a:p>
            <a:pPr marL="0" lvl="0" indent="0" algn="r" rtl="0">
              <a:spcBef>
                <a:spcPts val="933"/>
              </a:spcBef>
              <a:spcAft>
                <a:spcPts val="0"/>
              </a:spcAft>
              <a:buSzPct val="100000"/>
              <a:buNone/>
            </a:pPr>
            <a:r>
              <a:rPr lang="ru-RU" dirty="0"/>
              <a:t>Леднев Даниил Александрович</a:t>
            </a:r>
          </a:p>
          <a:p>
            <a:pPr marL="0" lvl="0" indent="0" algn="r" rtl="0">
              <a:spcBef>
                <a:spcPts val="933"/>
              </a:spcBef>
              <a:spcAft>
                <a:spcPts val="0"/>
              </a:spcAft>
              <a:buSzPct val="100000"/>
              <a:buNone/>
            </a:pPr>
            <a:r>
              <a:rPr lang="ru-RU" dirty="0"/>
              <a:t>Глазов Артемий Сергеевич</a:t>
            </a:r>
            <a:endParaRPr dirty="0"/>
          </a:p>
          <a:p>
            <a:pPr marL="0" lvl="0" indent="0" algn="l" rtl="0">
              <a:spcBef>
                <a:spcPts val="933"/>
              </a:spcBef>
              <a:spcAft>
                <a:spcPts val="0"/>
              </a:spcAft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ru-RU" dirty="0"/>
              <a:t>Цели и задачи</a:t>
            </a:r>
            <a:endParaRPr dirty="0"/>
          </a:p>
        </p:txBody>
      </p:sp>
      <p:sp>
        <p:nvSpPr>
          <p:cNvPr id="122" name="Google Shape;122;p3"/>
          <p:cNvSpPr txBox="1">
            <a:spLocks noGrp="1"/>
          </p:cNvSpPr>
          <p:nvPr>
            <p:ph type="body" idx="1"/>
          </p:nvPr>
        </p:nvSpPr>
        <p:spPr>
          <a:xfrm>
            <a:off x="818712" y="2222288"/>
            <a:ext cx="8108471" cy="349978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/>
          </a:p>
          <a:p>
            <a:pPr marL="342900" lvl="0" indent="-228600" algn="l" rtl="0">
              <a:spcBef>
                <a:spcPts val="960"/>
              </a:spcBef>
              <a:spcAft>
                <a:spcPts val="0"/>
              </a:spcAft>
              <a:buSzPts val="1800"/>
              <a:buFont typeface="Century Gothic"/>
              <a:buNone/>
            </a:pPr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300" cy="490500"/>
          </a:xfrm>
          <a:prstGeom prst="rect">
            <a:avLst/>
          </a:prstGeom>
        </p:spPr>
        <p:txBody>
          <a:bodyPr spcFirstLastPara="1" wrap="square" lIns="91425" tIns="45700" rIns="91425" bIns="10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8F734C-FEBA-463D-B2B8-F422A6B0C09F}"/>
              </a:ext>
            </a:extLst>
          </p:cNvPr>
          <p:cNvSpPr txBox="1"/>
          <p:nvPr/>
        </p:nvSpPr>
        <p:spPr>
          <a:xfrm>
            <a:off x="1066800" y="2466975"/>
            <a:ext cx="67532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Цели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r>
              <a:rPr lang="ru-RU" sz="1800" dirty="0">
                <a:solidFill>
                  <a:schemeClr val="bg1"/>
                </a:solidFill>
              </a:rPr>
              <a:t>1)   Изучить библиотеку </a:t>
            </a:r>
            <a:r>
              <a:rPr lang="en-US" sz="1800" dirty="0">
                <a:solidFill>
                  <a:schemeClr val="bg1"/>
                </a:solidFill>
              </a:rPr>
              <a:t>Arcade</a:t>
            </a:r>
            <a:endParaRPr lang="ru-RU" sz="1800" dirty="0">
              <a:solidFill>
                <a:schemeClr val="bg1"/>
              </a:solidFill>
            </a:endParaRPr>
          </a:p>
          <a:p>
            <a:r>
              <a:rPr lang="ru-RU" sz="1800" dirty="0">
                <a:solidFill>
                  <a:schemeClr val="bg1"/>
                </a:solidFill>
              </a:rPr>
              <a:t>2)  Создать проект на основе представленной библиотеки </a:t>
            </a:r>
          </a:p>
          <a:p>
            <a:pPr marL="342900" indent="-342900">
              <a:buAutoNum type="arabicParenR"/>
            </a:pPr>
            <a:endParaRPr lang="ru-RU" sz="1800" dirty="0">
              <a:solidFill>
                <a:schemeClr val="bg1"/>
              </a:solidFill>
            </a:endParaRPr>
          </a:p>
          <a:p>
            <a:r>
              <a:rPr lang="ru-RU" sz="1800" dirty="0">
                <a:solidFill>
                  <a:schemeClr val="bg1"/>
                </a:solidFill>
              </a:rPr>
              <a:t>Задачи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r>
              <a:rPr lang="ru-RU" sz="1800" dirty="0">
                <a:solidFill>
                  <a:schemeClr val="bg1"/>
                </a:solidFill>
              </a:rPr>
              <a:t>1)  Распределить обязанности по проекту, учитывая особенности каждого участника</a:t>
            </a:r>
          </a:p>
          <a:p>
            <a:r>
              <a:rPr lang="ru-RU" sz="1800" dirty="0">
                <a:solidFill>
                  <a:schemeClr val="bg1"/>
                </a:solidFill>
              </a:rPr>
              <a:t>2)  Написать код для проекта</a:t>
            </a:r>
          </a:p>
          <a:p>
            <a:r>
              <a:rPr lang="ru-RU" sz="1800" dirty="0">
                <a:solidFill>
                  <a:schemeClr val="bg1"/>
                </a:solidFill>
              </a:rPr>
              <a:t>3)  Добавить </a:t>
            </a:r>
            <a:r>
              <a:rPr lang="ru-RU" sz="1800" dirty="0" err="1">
                <a:solidFill>
                  <a:schemeClr val="bg1"/>
                </a:solidFill>
              </a:rPr>
              <a:t>текстурки</a:t>
            </a:r>
            <a:r>
              <a:rPr lang="ru-RU" sz="1800" dirty="0">
                <a:solidFill>
                  <a:schemeClr val="bg1"/>
                </a:solidFill>
              </a:rPr>
              <a:t> и спрайты </a:t>
            </a:r>
          </a:p>
          <a:p>
            <a:r>
              <a:rPr lang="ru-RU" sz="1800" dirty="0">
                <a:solidFill>
                  <a:schemeClr val="bg1"/>
                </a:solidFill>
              </a:rPr>
              <a:t>4)  Исправить баги по возможности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36836af5f_0_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ru-RU"/>
              <a:t>Актуальность</a:t>
            </a:r>
            <a:endParaRPr/>
          </a:p>
        </p:txBody>
      </p:sp>
      <p:sp>
        <p:nvSpPr>
          <p:cNvPr id="129" name="Google Shape;129;g3a36836af5f_0_5"/>
          <p:cNvSpPr txBox="1">
            <a:spLocks noGrp="1"/>
          </p:cNvSpPr>
          <p:nvPr>
            <p:ph type="body" idx="1"/>
          </p:nvPr>
        </p:nvSpPr>
        <p:spPr>
          <a:xfrm>
            <a:off x="818712" y="2222288"/>
            <a:ext cx="8108400" cy="3499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 dirty="0"/>
          </a:p>
          <a:p>
            <a:pPr marL="342900" lvl="0" indent="-228600" algn="l" rtl="0">
              <a:spcBef>
                <a:spcPts val="960"/>
              </a:spcBef>
              <a:spcAft>
                <a:spcPts val="0"/>
              </a:spcAft>
              <a:buSzPts val="1800"/>
              <a:buFont typeface="Century Gothic"/>
              <a:buNone/>
            </a:pPr>
            <a:endParaRPr dirty="0"/>
          </a:p>
        </p:txBody>
      </p:sp>
      <p:sp>
        <p:nvSpPr>
          <p:cNvPr id="130" name="Google Shape;130;g3a36836af5f_0_5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300" cy="490500"/>
          </a:xfrm>
          <a:prstGeom prst="rect">
            <a:avLst/>
          </a:prstGeom>
        </p:spPr>
        <p:txBody>
          <a:bodyPr spcFirstLastPara="1" wrap="square" lIns="91425" tIns="45700" rIns="91425" bIns="10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366F31-870E-4B6F-B142-5021576821BE}"/>
              </a:ext>
            </a:extLst>
          </p:cNvPr>
          <p:cNvSpPr txBox="1"/>
          <p:nvPr/>
        </p:nvSpPr>
        <p:spPr>
          <a:xfrm>
            <a:off x="1390650" y="3124200"/>
            <a:ext cx="5800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702B83-1247-4BAD-A13A-B4A36CB17A73}"/>
              </a:ext>
            </a:extLst>
          </p:cNvPr>
          <p:cNvSpPr txBox="1"/>
          <p:nvPr/>
        </p:nvSpPr>
        <p:spPr>
          <a:xfrm>
            <a:off x="810000" y="2697291"/>
            <a:ext cx="7515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Игры всегда пользуются и пользовались спросом и разбавлять их разнообразие всегда не будет лишним.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f002684f3b_0_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ru-RU"/>
              <a:t>Использованные технологии</a:t>
            </a:r>
            <a:endParaRPr/>
          </a:p>
        </p:txBody>
      </p:sp>
      <p:sp>
        <p:nvSpPr>
          <p:cNvPr id="136" name="Google Shape;136;g1f002684f3b_0_5"/>
          <p:cNvSpPr txBox="1">
            <a:spLocks noGrp="1"/>
          </p:cNvSpPr>
          <p:nvPr>
            <p:ph type="body" idx="1"/>
          </p:nvPr>
        </p:nvSpPr>
        <p:spPr>
          <a:xfrm>
            <a:off x="818712" y="2222288"/>
            <a:ext cx="8108400" cy="3499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 dirty="0"/>
          </a:p>
          <a:p>
            <a:pPr marL="342900" lvl="0" indent="-228600" algn="l" rtl="0">
              <a:spcBef>
                <a:spcPts val="960"/>
              </a:spcBef>
              <a:spcAft>
                <a:spcPts val="0"/>
              </a:spcAft>
              <a:buSzPts val="1800"/>
              <a:buFont typeface="Century Gothic"/>
              <a:buNone/>
            </a:pPr>
            <a:endParaRPr dirty="0"/>
          </a:p>
        </p:txBody>
      </p:sp>
      <p:sp>
        <p:nvSpPr>
          <p:cNvPr id="137" name="Google Shape;137;g1f002684f3b_0_5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300" cy="490500"/>
          </a:xfrm>
          <a:prstGeom prst="rect">
            <a:avLst/>
          </a:prstGeom>
        </p:spPr>
        <p:txBody>
          <a:bodyPr spcFirstLastPara="1" wrap="square" lIns="91425" tIns="45700" rIns="91425" bIns="10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015F7F-6519-48D0-8DDE-B8890766F4E9}"/>
              </a:ext>
            </a:extLst>
          </p:cNvPr>
          <p:cNvSpPr txBox="1"/>
          <p:nvPr/>
        </p:nvSpPr>
        <p:spPr>
          <a:xfrm>
            <a:off x="1495425" y="2790825"/>
            <a:ext cx="634365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Библиотеки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r>
              <a:rPr lang="ru-RU" sz="1800" dirty="0">
                <a:solidFill>
                  <a:schemeClr val="bg1"/>
                </a:solidFill>
              </a:rPr>
              <a:t>1)     </a:t>
            </a:r>
            <a:r>
              <a:rPr lang="en-US" sz="1800" dirty="0">
                <a:solidFill>
                  <a:schemeClr val="bg1"/>
                </a:solidFill>
              </a:rPr>
              <a:t>Math</a:t>
            </a:r>
            <a:r>
              <a:rPr lang="ru-RU" sz="1800" dirty="0">
                <a:solidFill>
                  <a:schemeClr val="bg1"/>
                </a:solidFill>
              </a:rPr>
              <a:t>(создание комнат, платформ, а также </a:t>
            </a:r>
            <a:r>
              <a:rPr lang="en-US" sz="1800" dirty="0">
                <a:solidFill>
                  <a:schemeClr val="bg1"/>
                </a:solidFill>
              </a:rPr>
              <a:t>                </a:t>
            </a:r>
            <a:r>
              <a:rPr lang="ru-RU" sz="1800" dirty="0">
                <a:solidFill>
                  <a:schemeClr val="bg1"/>
                </a:solidFill>
              </a:rPr>
              <a:t>функционал врагов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  <a:r>
              <a:rPr lang="ru-RU" sz="1800" dirty="0">
                <a:solidFill>
                  <a:schemeClr val="bg1"/>
                </a:solidFill>
              </a:rPr>
              <a:t> стрельбы, передвижение)</a:t>
            </a:r>
          </a:p>
          <a:p>
            <a:r>
              <a:rPr lang="ru-RU" sz="1800" dirty="0">
                <a:solidFill>
                  <a:schemeClr val="bg1"/>
                </a:solidFill>
              </a:rPr>
              <a:t>2)    А</a:t>
            </a:r>
            <a:r>
              <a:rPr lang="en-US" sz="1800" dirty="0" err="1">
                <a:solidFill>
                  <a:schemeClr val="bg1"/>
                </a:solidFill>
              </a:rPr>
              <a:t>rcade</a:t>
            </a:r>
            <a:endParaRPr lang="ru-RU" sz="1800" dirty="0">
              <a:solidFill>
                <a:schemeClr val="bg1"/>
              </a:solidFill>
            </a:endParaRPr>
          </a:p>
          <a:p>
            <a:r>
              <a:rPr lang="ru-RU" sz="1800" dirty="0">
                <a:solidFill>
                  <a:schemeClr val="bg1"/>
                </a:solidFill>
              </a:rPr>
              <a:t>3)    </a:t>
            </a:r>
            <a:r>
              <a:rPr lang="en-US" sz="1800" dirty="0">
                <a:solidFill>
                  <a:schemeClr val="bg1"/>
                </a:solidFill>
              </a:rPr>
              <a:t>Random</a:t>
            </a:r>
            <a:r>
              <a:rPr lang="ru-RU" sz="1800" dirty="0">
                <a:solidFill>
                  <a:schemeClr val="bg1"/>
                </a:solidFill>
              </a:rPr>
              <a:t>(создание платформ и врагов)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AutoNum type="arabicParenR"/>
            </a:pP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f002684f3b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ru-RU"/>
              <a:t>Примеры работы</a:t>
            </a:r>
            <a:endParaRPr/>
          </a:p>
        </p:txBody>
      </p:sp>
      <p:sp>
        <p:nvSpPr>
          <p:cNvPr id="143" name="Google Shape;143;g1f002684f3b_0_0"/>
          <p:cNvSpPr txBox="1">
            <a:spLocks noGrp="1"/>
          </p:cNvSpPr>
          <p:nvPr>
            <p:ph type="body" idx="1"/>
          </p:nvPr>
        </p:nvSpPr>
        <p:spPr>
          <a:xfrm>
            <a:off x="1841774" y="2353510"/>
            <a:ext cx="8108400" cy="3499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 dirty="0"/>
          </a:p>
          <a:p>
            <a:pPr marL="342900" lvl="0" indent="-228600" algn="l" rtl="0">
              <a:spcBef>
                <a:spcPts val="960"/>
              </a:spcBef>
              <a:spcAft>
                <a:spcPts val="0"/>
              </a:spcAft>
              <a:buSzPts val="1800"/>
              <a:buFont typeface="Century Gothic"/>
              <a:buNone/>
            </a:pPr>
            <a:endParaRPr dirty="0"/>
          </a:p>
        </p:txBody>
      </p:sp>
      <p:sp>
        <p:nvSpPr>
          <p:cNvPr id="144" name="Google Shape;144;g1f002684f3b_0_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300" cy="490500"/>
          </a:xfrm>
          <a:prstGeom prst="rect">
            <a:avLst/>
          </a:prstGeom>
        </p:spPr>
        <p:txBody>
          <a:bodyPr spcFirstLastPara="1" wrap="square" lIns="91425" tIns="45700" rIns="91425" bIns="10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27AD27-3EAE-4ECD-9754-5FE2D31CC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67" y="2353510"/>
            <a:ext cx="3278784" cy="276926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79E25C-AFFD-4E06-86DC-D65A19A4FE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075" t="11991" r="15209" b="15321"/>
          <a:stretch/>
        </p:blipFill>
        <p:spPr>
          <a:xfrm>
            <a:off x="4496236" y="2164368"/>
            <a:ext cx="2799478" cy="153835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229D4EC-DFCD-4A94-A701-E97378B33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236" y="3769590"/>
            <a:ext cx="2799477" cy="147545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008D38D-5BB5-4A2A-9B03-6EED03FCE7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7027" y="2353510"/>
            <a:ext cx="3472998" cy="28896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436C93-FC13-4019-B077-1B4E4F9F1BD1}"/>
              </a:ext>
            </a:extLst>
          </p:cNvPr>
          <p:cNvSpPr txBox="1"/>
          <p:nvPr/>
        </p:nvSpPr>
        <p:spPr>
          <a:xfrm>
            <a:off x="4959946" y="5608111"/>
            <a:ext cx="249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Победа</a:t>
            </a:r>
            <a:r>
              <a:rPr lang="en-US" sz="1800" dirty="0">
                <a:solidFill>
                  <a:schemeClr val="bg1"/>
                </a:solidFill>
              </a:rPr>
              <a:t>/</a:t>
            </a:r>
            <a:r>
              <a:rPr lang="ru-RU" sz="1800" dirty="0">
                <a:solidFill>
                  <a:schemeClr val="bg1"/>
                </a:solidFill>
              </a:rPr>
              <a:t>поражение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F4931A-6DC5-4B4C-B8A4-61A371F3771D}"/>
              </a:ext>
            </a:extLst>
          </p:cNvPr>
          <p:cNvSpPr txBox="1"/>
          <p:nvPr/>
        </p:nvSpPr>
        <p:spPr>
          <a:xfrm>
            <a:off x="8714367" y="5655505"/>
            <a:ext cx="249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Разговор с НПС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E5D261-A1FC-493F-AC58-E01B66A7AC59}"/>
              </a:ext>
            </a:extLst>
          </p:cNvPr>
          <p:cNvSpPr txBox="1"/>
          <p:nvPr/>
        </p:nvSpPr>
        <p:spPr>
          <a:xfrm>
            <a:off x="1257737" y="5608111"/>
            <a:ext cx="249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Пример игры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300" cy="490500"/>
          </a:xfrm>
          <a:prstGeom prst="rect">
            <a:avLst/>
          </a:prstGeom>
        </p:spPr>
        <p:txBody>
          <a:bodyPr spcFirstLastPara="1" wrap="square" lIns="91425" tIns="45700" rIns="91425" bIns="10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DFC3F8-48BE-474D-81D4-30471CF84031}"/>
              </a:ext>
            </a:extLst>
          </p:cNvPr>
          <p:cNvSpPr txBox="1"/>
          <p:nvPr/>
        </p:nvSpPr>
        <p:spPr>
          <a:xfrm>
            <a:off x="981075" y="2881933"/>
            <a:ext cx="5962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В итоге, участники проекта научились работать с библиотекой </a:t>
            </a:r>
            <a:r>
              <a:rPr lang="en-US" sz="1800" dirty="0">
                <a:solidFill>
                  <a:schemeClr val="bg1"/>
                </a:solidFill>
              </a:rPr>
              <a:t>Arcade</a:t>
            </a:r>
            <a:r>
              <a:rPr lang="ru-RU" sz="1800" dirty="0">
                <a:solidFill>
                  <a:schemeClr val="bg1"/>
                </a:solidFill>
              </a:rPr>
              <a:t> и создали проект простой игры</a:t>
            </a:r>
            <a:r>
              <a:rPr lang="ru-RU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ru-RU"/>
              <a:t>Ссылки на исходный код</a:t>
            </a:r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300" cy="490500"/>
          </a:xfrm>
          <a:prstGeom prst="rect">
            <a:avLst/>
          </a:prstGeom>
        </p:spPr>
        <p:txBody>
          <a:bodyPr spcFirstLastPara="1" wrap="square" lIns="91425" tIns="45700" rIns="91425" bIns="10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C3669F-9255-4C47-B42B-68366209BF52}"/>
              </a:ext>
            </a:extLst>
          </p:cNvPr>
          <p:cNvSpPr txBox="1"/>
          <p:nvPr/>
        </p:nvSpPr>
        <p:spPr>
          <a:xfrm>
            <a:off x="1085850" y="3028950"/>
            <a:ext cx="51530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Ссылка на страницу на </a:t>
            </a:r>
            <a:r>
              <a:rPr lang="en-US" sz="1800" dirty="0" err="1">
                <a:solidFill>
                  <a:schemeClr val="bg1"/>
                </a:solidFill>
              </a:rPr>
              <a:t>Github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r>
              <a:rPr lang="en-US" sz="1800" dirty="0">
                <a:solidFill>
                  <a:schemeClr val="bg1"/>
                </a:solidFill>
                <a:hlinkClick r:id="rId3"/>
              </a:rPr>
              <a:t>https://github.com/Ledyanochechka/Echo-of-the-Void</a:t>
            </a:r>
            <a:endParaRPr lang="ru-RU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ru-RU" sz="1800" dirty="0">
                <a:solidFill>
                  <a:schemeClr val="bg1"/>
                </a:solidFill>
              </a:rPr>
              <a:t>Ссылка для клона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  <a:endParaRPr lang="ru-RU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https://github.com/Ledyanochechka/Echo-of-the-Void.git</a:t>
            </a:r>
            <a:endParaRPr lang="ru-RU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Цитаты">
  <a:themeElements>
    <a:clrScheme name="Цитаты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185</Words>
  <Application>Microsoft Office PowerPoint</Application>
  <PresentationFormat>Широкоэкранный</PresentationFormat>
  <Paragraphs>44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Noto Sans Symbols</vt:lpstr>
      <vt:lpstr>Century Gothic</vt:lpstr>
      <vt:lpstr>Arial</vt:lpstr>
      <vt:lpstr>Цитаты</vt:lpstr>
      <vt:lpstr>Игра ‘Echo of the Void’</vt:lpstr>
      <vt:lpstr>Цели и задачи</vt:lpstr>
      <vt:lpstr>Актуальность</vt:lpstr>
      <vt:lpstr>Использованные технологии</vt:lpstr>
      <vt:lpstr>Примеры работы</vt:lpstr>
      <vt:lpstr>Заключение</vt:lpstr>
      <vt:lpstr>Ссылки на исходный код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Игра ‘Echo of the Void’</dc:title>
  <dc:creator>kirill ilin</dc:creator>
  <cp:lastModifiedBy>Алексей Акиндинов</cp:lastModifiedBy>
  <cp:revision>8</cp:revision>
  <dcterms:created xsi:type="dcterms:W3CDTF">2023-06-11T16:14:36Z</dcterms:created>
  <dcterms:modified xsi:type="dcterms:W3CDTF">2026-02-01T11:59:14Z</dcterms:modified>
</cp:coreProperties>
</file>